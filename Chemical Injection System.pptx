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8"/>
  </p:notesMasterIdLst>
  <p:sldIdLst>
    <p:sldId id="308" r:id="rId2"/>
    <p:sldId id="309" r:id="rId3"/>
    <p:sldId id="310" r:id="rId4"/>
    <p:sldId id="303" r:id="rId5"/>
    <p:sldId id="304" r:id="rId6"/>
    <p:sldId id="31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81ABF-4B14-4A9F-8E10-FE390FEA895B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B17A5-B134-4BCB-A4E4-1242AB4C20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2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200856-2A0F-45DF-909E-A94B889A76CC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10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C3EE3-4670-4380-9669-A87558718103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35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51C8F-CFEE-41EE-A76B-78129CB16532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35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7BB8AF-338D-49EE-AC59-1F3A19357DB4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97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57BC52-A488-4D5E-B315-6C405587010C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69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A517A4-ED2D-4B77-804C-80AD788A5EA2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76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4CB177-E014-45D7-A3E1-13BCDD058AA4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13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18E966-D58C-41F3-98DC-4CE294BA2A00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4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2D0A3-773A-4F8A-BB9F-8DFD335ACBE6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21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E96F51-8363-4339-9BCC-D5FE0A215EB4}" type="slidenum">
              <a:rPr lang="en-US" smtClean="0">
                <a:solidFill>
                  <a:srgbClr val="0066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79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E96F51-8363-4339-9BCC-D5FE0A215EB4}" type="slidenum">
              <a:rPr lang="en-US" smtClean="0">
                <a:solidFill>
                  <a:srgbClr val="0066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1110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E96F51-8363-4339-9BCC-D5FE0A215EB4}" type="slidenum">
              <a:rPr lang="en-US" smtClean="0">
                <a:solidFill>
                  <a:srgbClr val="0066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837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E96F51-8363-4339-9BCC-D5FE0A215EB4}" type="slidenum">
              <a:rPr lang="en-US" smtClean="0">
                <a:solidFill>
                  <a:srgbClr val="0066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8489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E96F51-8363-4339-9BCC-D5FE0A215EB4}" type="slidenum">
              <a:rPr lang="en-US" smtClean="0">
                <a:solidFill>
                  <a:srgbClr val="0066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326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5A8A0-AF2C-4665-A115-EBBFA713DABD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664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888CF-33F8-4D21-BBE0-60E13391E20E}" type="slidenum">
              <a:rPr lang="en-US" smtClean="0">
                <a:solidFill>
                  <a:srgbClr val="006699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412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669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E96F51-8363-4339-9BCC-D5FE0A215EB4}" type="slidenum">
              <a:rPr lang="en-US" smtClean="0">
                <a:solidFill>
                  <a:srgbClr val="0066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98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431C-AE50-520A-EF55-DD2F6CFA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33400"/>
            <a:ext cx="6324599" cy="685800"/>
          </a:xfrm>
        </p:spPr>
        <p:txBody>
          <a:bodyPr/>
          <a:lstStyle/>
          <a:p>
            <a:r>
              <a:rPr lang="en-IN" dirty="0">
                <a:solidFill>
                  <a:schemeClr val="tx2"/>
                </a:solidFill>
              </a:rPr>
              <a:t>Chemical Injection System</a:t>
            </a:r>
          </a:p>
        </p:txBody>
      </p:sp>
      <p:pic>
        <p:nvPicPr>
          <p:cNvPr id="1026" name="Picture 2" descr="What is a dosing system used for?">
            <a:extLst>
              <a:ext uri="{FF2B5EF4-FFF2-40B4-BE49-F238E27FC236}">
                <a16:creationId xmlns:a16="http://schemas.microsoft.com/office/drawing/2014/main" id="{9543870B-1D59-3E8C-3197-8B469C95BE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6019800" cy="3805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BA0A01-A4D7-0E32-EBB6-813650E18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18243"/>
            <a:ext cx="1174854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12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4D01-D29A-5CA4-3C2A-9647412F1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6477000" cy="3200400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Turnkey Engineering : Fully Integrated and Pre assembled Industrial Chemical Feed Skid. </a:t>
            </a:r>
            <a:br>
              <a:rPr lang="en-US" sz="2400" dirty="0">
                <a:solidFill>
                  <a:schemeClr val="tx2"/>
                </a:solidFill>
              </a:rPr>
            </a:b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Continuous Performance : Configured with Duty and Standby pump for uninterrupted operations.</a:t>
            </a:r>
            <a:br>
              <a:rPr lang="en-US" sz="2400" dirty="0">
                <a:solidFill>
                  <a:schemeClr val="tx2"/>
                </a:solidFill>
              </a:rPr>
            </a:b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Safe Handling : Double Contained Chemical skids maximize operator Protection.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BFDF1-E51E-F4FC-65BB-E8302D865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429000"/>
            <a:ext cx="4267200" cy="3276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5531FA-4D94-7012-8C61-8FDF52C3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402" y="0"/>
            <a:ext cx="1174854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55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2A88B-EB91-A283-C80C-99570B28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162801" cy="5257800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Storage and Mixing : </a:t>
            </a: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Heavey Duty, corrosion resistance PE/FRP material tank equipped with High-performance motorized agitator and automated level alarms to maintain raw solution consistency.</a:t>
            </a:r>
            <a:br>
              <a:rPr lang="en-US" sz="2000" dirty="0">
                <a:solidFill>
                  <a:schemeClr val="tx2"/>
                </a:solidFill>
              </a:rPr>
            </a:b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Precision Metering :</a:t>
            </a: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Advance digital electronics diaphragm dosing pump operating in duty/standby configuration. Ensure micro – adjustable, pulsation free dosing streams. </a:t>
            </a: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Other Accessories  : </a:t>
            </a: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Reliable equipment of pulsation dampener, calibration pot, level measurement instrument, valves strainers, PRV </a:t>
            </a:r>
            <a:r>
              <a:rPr lang="en-US" sz="2000" dirty="0" err="1">
                <a:solidFill>
                  <a:schemeClr val="tx2"/>
                </a:solidFill>
              </a:rPr>
              <a:t>etc</a:t>
            </a:r>
            <a:r>
              <a:rPr lang="en-US" sz="2000" dirty="0">
                <a:solidFill>
                  <a:schemeClr val="tx2"/>
                </a:solidFill>
              </a:rPr>
              <a:t>, to complete the skid and operatable and safe system.</a:t>
            </a:r>
            <a:endParaRPr lang="en-IN" sz="20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CFE9AB-BDB6-C0C8-89B5-421149A2F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8243"/>
            <a:ext cx="1174854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8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6978218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Typical CIP Arrangement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8E20C-5C54-BECB-2CC3-6EFEFC7B8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18243"/>
            <a:ext cx="1174854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3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42028" y="328736"/>
            <a:ext cx="5562601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u="sng" dirty="0">
                <a:solidFill>
                  <a:srgbClr val="003399"/>
                </a:solidFill>
                <a:latin typeface="Courier New" pitchFamily="49" charset="0"/>
              </a:rPr>
              <a:t>INDUSTIES WE SERVED </a:t>
            </a:r>
            <a:endParaRPr lang="en-US" dirty="0">
              <a:solidFill>
                <a:srgbClr val="99FF33"/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09599" y="1618267"/>
            <a:ext cx="5835077" cy="363953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b="1" dirty="0"/>
              <a:t>Water and Waste Water Treatment Sector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endParaRPr lang="en-US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b="1" dirty="0"/>
              <a:t>Fertilizer Plants &amp; Chemical Industries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endParaRPr lang="en-US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b="1" dirty="0"/>
              <a:t>Oil and Gas Industries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endParaRPr lang="en-US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b="1" dirty="0"/>
              <a:t>Chemical Industries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endParaRPr lang="en-US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b="1" dirty="0"/>
              <a:t>Others all type of Customized application</a:t>
            </a:r>
          </a:p>
          <a:p>
            <a:pPr eaLnBrk="1" hangingPunct="1">
              <a:buClr>
                <a:schemeClr val="tx1"/>
              </a:buClr>
              <a:buFontTx/>
              <a:buChar char="•"/>
            </a:pPr>
            <a:endParaRPr lang="en-US" sz="1600" b="1" dirty="0"/>
          </a:p>
          <a:p>
            <a:pPr marL="0" indent="0" eaLnBrk="1" hangingPunct="1">
              <a:buClr>
                <a:schemeClr val="tx1"/>
              </a:buClr>
              <a:buNone/>
            </a:pPr>
            <a:endParaRPr lang="en-US" sz="1600" b="1" dirty="0"/>
          </a:p>
          <a:p>
            <a:pPr eaLnBrk="1" hangingPunct="1">
              <a:buClr>
                <a:schemeClr val="tx1"/>
              </a:buClr>
              <a:buFontTx/>
              <a:buNone/>
            </a:pPr>
            <a:endParaRPr lang="en-US" sz="1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523F80-1A64-4DD7-940A-EEC8FD7A40B9}" type="datetime1">
              <a:rPr lang="en-US"/>
              <a:pPr>
                <a:defRPr/>
              </a:pPr>
              <a:t>6/21/2026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D09F894-79EE-4916-9A47-10BB45ACA994}" type="slidenum">
              <a:rPr lang="en-US"/>
              <a:pPr>
                <a:defRPr/>
              </a:pPr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552BBD-167E-54A4-F16D-0323C546B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8243"/>
            <a:ext cx="1174854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0845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38C22-3005-AC89-13E0-5C1BEC969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27" y="1448595"/>
            <a:ext cx="6477001" cy="963610"/>
          </a:xfrm>
        </p:spPr>
        <p:txBody>
          <a:bodyPr/>
          <a:lstStyle/>
          <a:p>
            <a:r>
              <a:rPr lang="en-US" dirty="0"/>
              <a:t>Let’s Collaborate with our team a custom dosing skid tailor made for your specific Industrial application with chemical properties and safety guideline.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ACD474-0E2F-D835-4D6E-202B7B53E3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solidFill>
                  <a:schemeClr val="tx2"/>
                </a:solidFill>
              </a:rPr>
              <a:t>Ready to Optimize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663662B-D35D-BA2B-278D-F8AEFEC05465}"/>
              </a:ext>
            </a:extLst>
          </p:cNvPr>
          <p:cNvSpPr txBox="1">
            <a:spLocks/>
          </p:cNvSpPr>
          <p:nvPr/>
        </p:nvSpPr>
        <p:spPr>
          <a:xfrm>
            <a:off x="762000" y="3048000"/>
            <a:ext cx="6629400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8000" dirty="0">
                <a:solidFill>
                  <a:schemeClr val="tx1">
                    <a:lumMod val="50000"/>
                  </a:schemeClr>
                </a:solidFill>
                <a:latin typeface="Algerian" pitchFamily="82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567B3-FB5A-4C10-DA51-68BBF1C56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0"/>
            <a:ext cx="1174854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484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425</TotalTime>
  <Words>205</Words>
  <Application>Microsoft Office PowerPoint</Application>
  <PresentationFormat>On-screen Show (4:3)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Calibri</vt:lpstr>
      <vt:lpstr>Courier New</vt:lpstr>
      <vt:lpstr>Trebuchet MS</vt:lpstr>
      <vt:lpstr>Wingdings 3</vt:lpstr>
      <vt:lpstr>Facet</vt:lpstr>
      <vt:lpstr>Chemical Injection System</vt:lpstr>
      <vt:lpstr>Turnkey Engineering : Fully Integrated and Pre assembled Industrial Chemical Feed Skid.   Continuous Performance : Configured with Duty and Standby pump for uninterrupted operations.  Safe Handling : Double Contained Chemical skids maximize operator Protection.     </vt:lpstr>
      <vt:lpstr>Storage and Mixing :   Heavey Duty, corrosion resistance PE/FRP material tank equipped with High-performance motorized agitator and automated level alarms to maintain raw solution consistency.  Precision Metering :  Advance digital electronics diaphragm dosing pump operating in duty/standby configuration. Ensure micro – adjustable, pulsation free dosing streams.   Other Accessories  :   Reliable equipment of pulsation dampener, calibration pot, level measurement instrument, valves strainers, PRV etc, to complete the skid and operatable and safe system.</vt:lpstr>
      <vt:lpstr>Typical CIP Arrangement</vt:lpstr>
      <vt:lpstr>INDUSTIES WE SERVED </vt:lpstr>
      <vt:lpstr>Ready to Optimize </vt:lpstr>
    </vt:vector>
  </TitlesOfParts>
  <Company>LTC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SAGAR B KULKARNI</dc:creator>
  <cp:lastModifiedBy>Hydraxchem Eng</cp:lastModifiedBy>
  <cp:revision>50</cp:revision>
  <dcterms:created xsi:type="dcterms:W3CDTF">2012-09-29T09:03:34Z</dcterms:created>
  <dcterms:modified xsi:type="dcterms:W3CDTF">2026-06-21T14:55:21Z</dcterms:modified>
</cp:coreProperties>
</file>